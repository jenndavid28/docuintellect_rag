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Biology 101 - 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Curriculum, Fall Semester</a:t>
            </a:r>
          </a:p>
          <a:p>
            <a:r>
              <a:t>Aligned to Common Core standards</a:t>
            </a:r>
          </a:p>
          <a:p>
            <a:r>
              <a:t>Prepares students for SAT / GRE style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competency in cellular biology</a:t>
            </a:r>
          </a:p>
          <a:p>
            <a:r>
              <a:t>Complete weekly laboratory assignments</a:t>
            </a:r>
          </a:p>
          <a:p>
            <a:r>
              <a:t>Pass midterm exam with grade &gt;= 70%</a:t>
            </a:r>
          </a:p>
          <a:p>
            <a:r>
              <a:t>Assessment rubrics distributed in first lecture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Introduction and syllabus review</a:t>
            </a:r>
          </a:p>
          <a:p>
            <a:r>
              <a:t>Week 2: Cell structure lecture, textbook reading</a:t>
            </a:r>
          </a:p>
          <a:p>
            <a:r>
              <a:t>Week 3: Genetics homework assignment due</a:t>
            </a:r>
          </a:p>
          <a:p>
            <a:r>
              <a:t>Week 5: Midterm exam</a:t>
            </a:r>
          </a:p>
          <a:p>
            <a:r>
              <a:t>Week 11: Final project presentations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Participation: 10%</a:t>
            </a:r>
          </a:p>
          <a:p>
            <a:r>
              <a:t>Homework Assignments: 20%</a:t>
            </a:r>
          </a:p>
          <a:p>
            <a:r>
              <a:t>Midterm Exam: 30%</a:t>
            </a:r>
          </a:p>
          <a:p>
            <a:r>
              <a:t>Final Exam: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Office hours and tutoring program via LMS</a:t>
            </a:r>
          </a:p>
          <a:p>
            <a:r>
              <a:t>IEP accommodations coordinated through Dean of Students</a:t>
            </a:r>
          </a:p>
          <a:p>
            <a:r>
              <a:t>Teaching assistants hold weekly study sessions</a:t>
            </a:r>
          </a:p>
          <a:p>
            <a:r>
              <a:t>Enrollment limited to 35 students per 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Continuing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Satisfies professional development for K-12 teachers</a:t>
            </a:r>
          </a:p>
          <a:p>
            <a:r>
              <a:t>Certification renewal via online e-learning platform</a:t>
            </a:r>
          </a:p>
          <a:p>
            <a:r>
              <a:t>Course credit transferable to graduate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