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Contract Risk Review - Key Clauses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Confidentiality and non-disclosure obligations</a:t>
            </a:r>
          </a:p>
          <a:p>
            <a:r>
              <a:t>Intellectual property and trademark assignment</a:t>
            </a:r>
          </a:p>
          <a:p>
            <a:r>
              <a:t>Liability caps and indemnification triggers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Litigation Exposure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Pending arbitration proceedings: 2 active cases</a:t>
            </a:r>
          </a:p>
          <a:p>
            <a:r>
              <a:t>Settlement negotiations in progress with plaintiff counsel</a:t>
            </a:r>
          </a:p>
          <a:p>
            <a:r>
              <a:t>Outside counsel retained for breach of contract defense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Employment Law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Non-compete clause enforceability review by jurisdiction</a:t>
            </a:r>
          </a:p>
          <a:p>
            <a:r>
              <a:t>Severance policy aligned with wrongful dismissal statute</a:t>
            </a:r>
          </a:p>
          <a:p>
            <a:r>
              <a:t>Labor union collective bargaining agreement renewal due Q3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and Data Protection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GDPR compliance audit completed, no material findings</a:t>
            </a:r>
          </a:p>
          <a:p>
            <a:r>
              <a:t>Data breach notification procedures updated</a:t>
            </a:r>
          </a:p>
          <a:p>
            <a:r>
              <a:t>Privacy policy and end user license agreement revised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Dispute Resolution Pathway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Mediation required before binding arbitration</a:t>
            </a:r>
          </a:p>
          <a:p>
            <a:r>
              <a:t>Subpoena and deposition handling protocol</a:t>
            </a:r>
          </a:p>
          <a:p>
            <a:r>
              <a:t>Injunction risk assessed as low for current contracts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